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19495-3268-944C-AF3D-166FA9837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CDD97-4A86-49CA-42EA-CA7FFE196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B175E-0009-3EE6-52E1-354661E0D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F3226-6771-77D8-E654-E122A38B1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BAE32-143C-79C1-7D5B-A9E9206B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5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1086-C9C6-C3C8-0C65-320485F3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B09B-BC32-FE2C-BC93-99AEE52F8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CEF3B-3E08-C8B8-38CB-17338A93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15158-9256-DB2C-D144-A5F3C7BB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4E85A-4BB1-F210-9917-39B56460C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43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EBDF-A36B-4278-0F4C-0B022E69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E1366-DD17-D3E1-F535-CB360A5F8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14253-1E05-36AF-E6A0-7119CE7A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3DF73-AB52-41C3-85D3-778B6CA2E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BFC09-E168-C2CB-890E-1DCB9FB7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89E8-270C-2C6B-665B-C072F61B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DA2FA-07B8-46ED-14A7-4B63C97D4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845E7-9837-BF93-132A-85762C2FE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90496-15B0-A8C0-3E57-98554112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62BC4-DD89-879D-0EC1-A76AF0EA7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92472-E23F-4559-D774-AEE1A0F1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1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F3D5-02B3-410A-38CB-900A3579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109EF-4DDF-3812-ED97-843DE6D51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1C6C2-5325-14EC-09E3-4A6D40E3E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04E17-725F-B6B9-7A65-22F2E23C2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48C26-D582-9EF7-318F-C1F857DDA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AD941-5D7F-290A-49D2-CF27568D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38B4D-8E1B-BDD1-DA62-C3C18C18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829A11-99B1-0669-3BF7-BD70166E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7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2A68-A3BF-3B15-B36F-8810F614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CAF4EB-95A3-4FB8-78F1-B9135868A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F2A96-6962-C44A-CBF8-7299AFEE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B3F1B-A11A-1A38-24E1-5A9F4EE3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6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1146C-16FE-3B05-7D53-943A8185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7437E-6156-70EF-BE57-93B176A7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6B237-D8A3-D2D1-21D7-0945E102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9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8C8D-D60D-9E55-7EF0-61B7F920A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E5119-4B67-3414-F949-430CC800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32626-4853-22BB-8CD5-83129D0EA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4C2E0-E336-7953-4400-7915EE992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D1E23-40E8-B246-8A04-46C517A12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42209-3E6E-556B-97B1-FD852A03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05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2FFE1-E4F6-4120-58E0-F99047DAA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ABA8F-5B0A-C10B-253C-D919722C5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A6DFB-82B8-DA9B-3C00-E505BC341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9CBC3-AE65-1A06-F49C-2B768D0E1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83E69-5D6B-A888-5E62-A9D3AEF3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98373-2C63-F5C9-1DB8-F704527C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2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76FB-DBD6-AF92-134C-C3BA67B0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4D53-BC14-7D4E-CEA7-9A3C51E07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810FF-F891-1693-A29F-92896442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30C5A-1DB2-E79F-FE4F-0F48CC021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FA050-3043-8D6D-E9BC-4BD7C7D1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7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8825CE-2CC8-6284-70D9-89EF4FACA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2CF4E-DB71-689B-842F-152FACBA5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397DF-F1A7-9B12-EBD4-33E95DE9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8A8D0-8CAC-CEB8-B757-1DCE6C3A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7B91E-C2DF-273F-31C0-1E57F1BC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5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6E6BE6-0BED-8A5D-AC4F-07700411B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D103D-EFDC-C9F4-A801-50F0A5F04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AE426-32CB-DB21-683B-AE2947939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01144-A7F3-423C-99C5-C9AB239D342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A6A3E-BCF3-F82E-A49D-DC734B117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B22A6-FB1C-78F9-7BE2-7AA1B519A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CA7BF-CE08-46BC-BB2A-1DBC15C8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1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B42C911-92FD-DA65-5D6E-0D3BC43FACFE}"/>
              </a:ext>
            </a:extLst>
          </p:cNvPr>
          <p:cNvSpPr/>
          <p:nvPr/>
        </p:nvSpPr>
        <p:spPr>
          <a:xfrm>
            <a:off x="233082" y="107576"/>
            <a:ext cx="1443318" cy="7261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Project Scope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6E067A-1D63-AC69-C733-AD8F30DD6A95}"/>
              </a:ext>
            </a:extLst>
          </p:cNvPr>
          <p:cNvSpPr/>
          <p:nvPr/>
        </p:nvSpPr>
        <p:spPr>
          <a:xfrm>
            <a:off x="233082" y="1281952"/>
            <a:ext cx="1443318" cy="7261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Gathering appropriate dataset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4806E9-9548-5310-97F3-C8767A40B143}"/>
              </a:ext>
            </a:extLst>
          </p:cNvPr>
          <p:cNvSpPr/>
          <p:nvPr/>
        </p:nvSpPr>
        <p:spPr>
          <a:xfrm>
            <a:off x="233082" y="2456328"/>
            <a:ext cx="1443318" cy="7261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Cleaning dataset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F505D0-554A-F1B2-727A-4A1CBA9C493F}"/>
              </a:ext>
            </a:extLst>
          </p:cNvPr>
          <p:cNvSpPr/>
          <p:nvPr/>
        </p:nvSpPr>
        <p:spPr>
          <a:xfrm>
            <a:off x="233082" y="3630704"/>
            <a:ext cx="1443318" cy="7261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EDA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F0EDA5-4E3F-8C67-24C3-76C5A5614A02}"/>
              </a:ext>
            </a:extLst>
          </p:cNvPr>
          <p:cNvSpPr/>
          <p:nvPr/>
        </p:nvSpPr>
        <p:spPr>
          <a:xfrm>
            <a:off x="228600" y="4805080"/>
            <a:ext cx="1443318" cy="7261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Modeling Data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FB0ABD-89A6-5F6C-42A3-1069AB3EC300}"/>
              </a:ext>
            </a:extLst>
          </p:cNvPr>
          <p:cNvSpPr/>
          <p:nvPr/>
        </p:nvSpPr>
        <p:spPr>
          <a:xfrm>
            <a:off x="228600" y="5979458"/>
            <a:ext cx="1443318" cy="7261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Sharing Insights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93482F-2A00-E828-8AD8-7851B476EA85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CF0EB44-BCBA-15CA-53F8-C083E2833AD6}"/>
              </a:ext>
            </a:extLst>
          </p:cNvPr>
          <p:cNvSpPr/>
          <p:nvPr/>
        </p:nvSpPr>
        <p:spPr>
          <a:xfrm>
            <a:off x="2501152" y="107576"/>
            <a:ext cx="1443318" cy="7261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Project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5F78A3-0A33-E296-5C90-E043BDCD1B83}"/>
              </a:ext>
            </a:extLst>
          </p:cNvPr>
          <p:cNvSpPr txBox="1"/>
          <p:nvPr/>
        </p:nvSpPr>
        <p:spPr>
          <a:xfrm>
            <a:off x="3003176" y="1129553"/>
            <a:ext cx="895574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Who are your end users or stakeholders?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Product Owners </a:t>
            </a:r>
            <a:r>
              <a:rPr lang="en-US" sz="1400" dirty="0">
                <a:sym typeface="Wingdings" panose="05000000000000000000" pitchFamily="2" charset="2"/>
              </a:rPr>
              <a:t> targeting segment of customers who can upgrade</a:t>
            </a:r>
            <a:endParaRPr lang="en-US" sz="14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Executives </a:t>
            </a:r>
            <a:r>
              <a:rPr lang="en-US" sz="1400" dirty="0">
                <a:sym typeface="Wingdings" panose="05000000000000000000" pitchFamily="2" charset="2"/>
              </a:rPr>
              <a:t> what would expected return of investment from this new rate plan </a:t>
            </a:r>
            <a:r>
              <a:rPr lang="en-US" sz="1400" b="1" dirty="0">
                <a:sym typeface="Wingdings" panose="05000000000000000000" pitchFamily="2" charset="2"/>
              </a:rPr>
              <a:t>“Bundle 2000”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endParaRPr lang="en-US" sz="14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Finance Team </a:t>
            </a:r>
            <a:r>
              <a:rPr lang="en-US" sz="1400" dirty="0">
                <a:sym typeface="Wingdings" panose="05000000000000000000" pitchFamily="2" charset="2"/>
              </a:rPr>
              <a:t> Returned revenue from this rate plan </a:t>
            </a:r>
            <a:r>
              <a:rPr lang="en-US" sz="1400" b="1" dirty="0">
                <a:sym typeface="Wingdings" panose="05000000000000000000" pitchFamily="2" charset="2"/>
              </a:rPr>
              <a:t>“Bundle 2000”</a:t>
            </a:r>
            <a:endParaRPr lang="en-US" sz="1400" b="1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Marketing Team </a:t>
            </a:r>
            <a:r>
              <a:rPr lang="en-US" sz="1400" dirty="0">
                <a:sym typeface="Wingdings" panose="05000000000000000000" pitchFamily="2" charset="2"/>
              </a:rPr>
              <a:t> align with POs to know customer segments who can upgrade to make marketing campaigns for them 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What business problems are you trying to help them solve?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Predicting upgrade success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Predicting revenue/usage return from upgrade success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Is this a supervised or unsupervised learning problem?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Supervised as we are using historical data for the past three months (most probably Classification Supervised Models)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What data do you need for your analysis?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Target Variable: “</a:t>
            </a:r>
            <a:r>
              <a:rPr lang="en-US" altLang="en-US" sz="1400" dirty="0" err="1"/>
              <a:t>bundle_upgrading_flag</a:t>
            </a:r>
            <a:r>
              <a:rPr lang="en-US" altLang="en-US" sz="1400" dirty="0"/>
              <a:t>”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altLang="en-US" sz="1400" dirty="0"/>
              <a:t>Predictive features – continuous: rev_*, </a:t>
            </a:r>
            <a:r>
              <a:rPr lang="en-US" altLang="en-US" sz="1400" dirty="0" err="1"/>
              <a:t>data_usage</a:t>
            </a:r>
            <a:r>
              <a:rPr lang="en-US" altLang="en-US" sz="1400" dirty="0"/>
              <a:t>_*, </a:t>
            </a:r>
            <a:r>
              <a:rPr lang="en-US" altLang="en-US" sz="1400" dirty="0" err="1"/>
              <a:t>og_usage</a:t>
            </a:r>
            <a:r>
              <a:rPr lang="en-US" altLang="en-US" sz="1400" dirty="0"/>
              <a:t>_*, </a:t>
            </a:r>
            <a:r>
              <a:rPr lang="en-US" altLang="en-US" sz="1400" dirty="0" err="1"/>
              <a:t>aon</a:t>
            </a:r>
            <a:endParaRPr lang="en-US" altLang="en-US" sz="14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altLang="en-US" sz="1400" dirty="0"/>
              <a:t>Predictive features – categorical: </a:t>
            </a:r>
            <a:r>
              <a:rPr lang="en-US" altLang="en-US" sz="1400" dirty="0" err="1"/>
              <a:t>prev_rate_plan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region_name</a:t>
            </a:r>
            <a:endParaRPr lang="en-US" altLang="en-US" sz="140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EA0B85D-8FD0-364E-C3F4-C011C5E6C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2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Mayar Hassan</dc:creator>
  <cp:lastModifiedBy>Mayar Hassan</cp:lastModifiedBy>
  <cp:revision>1</cp:revision>
  <dcterms:created xsi:type="dcterms:W3CDTF">2025-11-22T19:27:08Z</dcterms:created>
  <dcterms:modified xsi:type="dcterms:W3CDTF">2025-11-22T19:27:46Z</dcterms:modified>
</cp:coreProperties>
</file>